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8723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FacultyConnect AI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2840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Faculty Discovery &amp; Research Collaboration Assistant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661475" y="4156670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G.Siddhartha · P.Rajesh · Vishnu Tej · R.Mithun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Name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6FC8C-B05E-97BF-A770-28B68D47AFC4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48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472605"/>
            <a:ext cx="5476043" cy="1778794"/>
          </a:xfrm>
          <a:prstGeom prst="roundRect">
            <a:avLst>
              <a:gd name="adj" fmla="val 7651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661616"/>
            <a:ext cx="369312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Students often struggle to: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145903"/>
            <a:ext cx="509802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faculty matching their project interests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suitable project guides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faculty research expertise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661616"/>
            <a:ext cx="39069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Professors often struggle to: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145903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collaboration opportunities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up with emerging research trends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research gaps within their department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3534866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Process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411360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Student/Professor → Manual Search → Multiple Websites → Emails → Delays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4699496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Result: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61475" y="5278239"/>
            <a:ext cx="3496877" cy="981273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547360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Time-consuming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4347359" y="5278239"/>
            <a:ext cx="3496877" cy="981273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2716" y="547360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Poor visibility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033244" y="5278239"/>
            <a:ext cx="3496877" cy="981273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8600" y="5473601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Missed collaboration opportunities</a:t>
            </a:r>
            <a:endParaRPr lang="en-US" sz="18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D4624D-84D1-138E-0150-C63487C3C7FE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709"/>
            <a:ext cx="4626157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FacultyConnect AI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32805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AI-powered chatbot that connects students with suitable faculty members while helping professors explore research trends and collaborations.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013049"/>
            <a:ext cx="3822803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2469257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Mode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25068"/>
            <a:ext cx="5366112" cy="6103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7354" y="3104753"/>
            <a:ext cx="290961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 faculty by research topic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2925068"/>
            <a:ext cx="5366112" cy="6103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9987" y="3104753"/>
            <a:ext cx="286665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View detailed faculty profiles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71987"/>
            <a:ext cx="5366112" cy="6103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7354" y="3851672"/>
            <a:ext cx="329328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AI-based project suggestions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3671987"/>
            <a:ext cx="5366112" cy="6103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19987" y="3851672"/>
            <a:ext cx="280157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the best project guide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61475" y="4487168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Professor Mode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42979"/>
            <a:ext cx="5366112" cy="6103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7354" y="5122664"/>
            <a:ext cx="33103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Discover trending research topics</a:t>
            </a:r>
            <a:endParaRPr lang="en-US" sz="15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4942979"/>
            <a:ext cx="5366112" cy="61039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19987" y="5122664"/>
            <a:ext cx="264927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 collaboration partners</a:t>
            </a:r>
            <a:endParaRPr lang="en-US" sz="15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689898"/>
            <a:ext cx="5366112" cy="61039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7354" y="5869583"/>
            <a:ext cx="299246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 research gap analysis</a:t>
            </a:r>
            <a:endParaRPr lang="en-US" sz="15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5689898"/>
            <a:ext cx="5366112" cy="61039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419987" y="5869583"/>
            <a:ext cx="40028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emerging research opportunities</a:t>
            </a:r>
            <a:endParaRPr lang="en-US" sz="15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7B8D67-6390-741C-FE62-17A0329EB839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402"/>
            <a:ext cx="3547478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662" y="995065"/>
            <a:ext cx="7540133" cy="4241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14032"/>
            <a:ext cx="20733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5405636"/>
            <a:ext cx="3574564" cy="429716"/>
          </a:xfrm>
          <a:prstGeom prst="roundRect">
            <a:avLst>
              <a:gd name="adj" fmla="val 114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4900" y="5529064"/>
            <a:ext cx="14637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08566" y="5405636"/>
            <a:ext cx="3574564" cy="429716"/>
          </a:xfrm>
          <a:prstGeom prst="roundRect">
            <a:avLst>
              <a:gd name="adj" fmla="val 114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31991" y="5529064"/>
            <a:ext cx="14637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ChromaDB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55656" y="5405636"/>
            <a:ext cx="3574564" cy="429716"/>
          </a:xfrm>
          <a:prstGeom prst="roundRect">
            <a:avLst>
              <a:gd name="adj" fmla="val 114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79081" y="5529064"/>
            <a:ext cx="14637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Gemini/OpenAI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5907881"/>
            <a:ext cx="5398059" cy="429716"/>
          </a:xfrm>
          <a:prstGeom prst="roundRect">
            <a:avLst>
              <a:gd name="adj" fmla="val 114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900" y="6031309"/>
            <a:ext cx="14637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Tavily API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32061" y="5907881"/>
            <a:ext cx="5398159" cy="429716"/>
          </a:xfrm>
          <a:prstGeom prst="roundRect">
            <a:avLst>
              <a:gd name="adj" fmla="val 114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55486" y="6031309"/>
            <a:ext cx="149399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LangChain (optional)</a:t>
            </a:r>
            <a:endParaRPr lang="en-US" sz="11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23997-FEBB-E8C1-E350-415158F66873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3633101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Workflow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889" y="1036736"/>
            <a:ext cx="8125915" cy="3973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45980"/>
            <a:ext cx="212134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Highlight: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5450979"/>
            <a:ext cx="3571389" cy="883444"/>
          </a:xfrm>
          <a:prstGeom prst="roundRect">
            <a:avLst>
              <a:gd name="adj" fmla="val 57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8670" y="5578177"/>
            <a:ext cx="362735" cy="36274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382" y="5677892"/>
            <a:ext cx="163211" cy="163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8670" y="6018213"/>
            <a:ext cx="151175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Search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10153" y="5450979"/>
            <a:ext cx="3571389" cy="883444"/>
          </a:xfrm>
          <a:prstGeom prst="roundRect">
            <a:avLst>
              <a:gd name="adj" fmla="val 57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37348" y="5578177"/>
            <a:ext cx="362735" cy="36274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7061" y="5677892"/>
            <a:ext cx="163211" cy="163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37348" y="6018213"/>
            <a:ext cx="157059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Recommendations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958831" y="5450979"/>
            <a:ext cx="3571389" cy="883444"/>
          </a:xfrm>
          <a:prstGeom prst="roundRect">
            <a:avLst>
              <a:gd name="adj" fmla="val 57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86027" y="5578177"/>
            <a:ext cx="362735" cy="36274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5739" y="5677892"/>
            <a:ext cx="163211" cy="163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86027" y="6018213"/>
            <a:ext cx="151175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Match Scores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5E0E83-E7BC-23D8-A0C3-BC029DFF2B4E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327"/>
            <a:ext cx="3633101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Professor Workflow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143" y="1153963"/>
            <a:ext cx="8001407" cy="3910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14230"/>
            <a:ext cx="212134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Outputs: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5419229"/>
            <a:ext cx="3571389" cy="883444"/>
          </a:xfrm>
          <a:prstGeom prst="roundRect">
            <a:avLst>
              <a:gd name="adj" fmla="val 57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8670" y="5546427"/>
            <a:ext cx="362735" cy="36274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382" y="5646142"/>
            <a:ext cx="163211" cy="163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8670" y="5986463"/>
            <a:ext cx="151175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trends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10153" y="5419229"/>
            <a:ext cx="3571389" cy="883444"/>
          </a:xfrm>
          <a:prstGeom prst="roundRect">
            <a:avLst>
              <a:gd name="adj" fmla="val 57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37348" y="5546427"/>
            <a:ext cx="362735" cy="36274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7061" y="5646142"/>
            <a:ext cx="163211" cy="163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37348" y="5986463"/>
            <a:ext cx="202371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Collaboration opportunities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958831" y="5419229"/>
            <a:ext cx="3571389" cy="883444"/>
          </a:xfrm>
          <a:prstGeom prst="roundRect">
            <a:avLst>
              <a:gd name="adj" fmla="val 575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86027" y="5546427"/>
            <a:ext cx="362735" cy="362744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5739" y="5646142"/>
            <a:ext cx="163211" cy="163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86027" y="5986463"/>
            <a:ext cx="171505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research areas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5815E4-CE78-413F-1BDB-8424B0006EE3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568"/>
            <a:ext cx="486249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Technologies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413371"/>
            <a:ext cx="10868745" cy="3234531"/>
          </a:xfrm>
          <a:prstGeom prst="roundRect">
            <a:avLst>
              <a:gd name="adj" fmla="val 22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7881" y="1517848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9079" y="1517848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7881" y="1979017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9079" y="1979017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7881" y="2440186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9079" y="2440186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Database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7881" y="2901355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9079" y="2901355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7881" y="3362523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Gemini/OpenAI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9079" y="3362523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Responses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7881" y="3823692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Tavily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9079" y="3823692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Research Trends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881" y="4284861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Faculty Dataset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9079" y="4284861"/>
            <a:ext cx="569431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475" y="4877495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Mention: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61475" y="5372795"/>
            <a:ext cx="3520788" cy="909638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581" y="5561905"/>
            <a:ext cx="314257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Retrieval-Augmented Generation (RAG)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335354" y="5372795"/>
            <a:ext cx="3520888" cy="909638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4460" y="5561905"/>
            <a:ext cx="314267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Embedding-based similarity search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009332" y="5372795"/>
            <a:ext cx="3520888" cy="909638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8439" y="5561905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reasoning</a:t>
            </a:r>
            <a:endParaRPr lang="en-US" sz="16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5B41C-F927-9CDD-22E8-97BA3F810978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319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Features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792413"/>
            <a:ext cx="5476043" cy="2147292"/>
          </a:xfrm>
          <a:prstGeom prst="roundRect">
            <a:avLst>
              <a:gd name="adj" fmla="val 6338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98142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Mode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4357" y="3465711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recommendation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faculty profiles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project suggestions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before selection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32776" y="298142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Professor Mode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32776" y="346571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trend analysis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recommendations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 identification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comparison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DD60F-611B-EBB7-CF00-8702AAB6AA9D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067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Innovation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4267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Our Solution?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255466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08313" y="3844212"/>
            <a:ext cx="5203794" cy="127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Keyword-based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browsing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personalization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196651" y="3066455"/>
            <a:ext cx="5476043" cy="2147292"/>
          </a:xfrm>
          <a:prstGeom prst="roundRect">
            <a:avLst>
              <a:gd name="adj" fmla="val 6338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6385658" y="3255466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FacultyConnect</a:t>
            </a:r>
            <a:r>
              <a:rPr lang="en-US" sz="2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85658" y="3739753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search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recommendations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research insights</a:t>
            </a:r>
            <a:endParaRPr lang="en-US" sz="20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intelligence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430AF-8191-940E-CEA2-080D59FE86D7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33166"/>
            <a:ext cx="713503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Output (Screenshots)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3470970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screenshots of the terminal </a:t>
            </a:r>
            <a:endParaRPr lang="en-US" sz="1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A4049B-E5E9-8E74-7D80-19EE3AB0FC8E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0766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4943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649438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College-wide deployment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649438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71836" y="2649438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faculty database integration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649438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73496" y="2649438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Streamlit/Web dashboard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18012"/>
            <a:ext cx="472468" cy="472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0177" y="3618012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automation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3618012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071836" y="3618012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Scholar integration</a:t>
            </a:r>
            <a:endParaRPr lang="en-US" sz="1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3618012"/>
            <a:ext cx="472468" cy="4724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773496" y="3618012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Citation graph visualization</a:t>
            </a:r>
            <a:endParaRPr lang="en-US" sz="18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586585"/>
            <a:ext cx="472468" cy="4724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370177" y="4586585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Multi-university collaboration</a:t>
            </a:r>
            <a:endParaRPr lang="en-US" sz="18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7356C3-2369-3AD6-1069-A144EBF38A7B}"/>
              </a:ext>
            </a:extLst>
          </p:cNvPr>
          <p:cNvSpPr/>
          <p:nvPr/>
        </p:nvSpPr>
        <p:spPr>
          <a:xfrm>
            <a:off x="11010122" y="6512767"/>
            <a:ext cx="1181878" cy="3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84351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58468"/>
            <a:ext cx="7130673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FacultyConnect AI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322</Words>
  <Application>Microsoft Office PowerPoint</Application>
  <PresentationFormat>Widescreen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Mithun R</cp:lastModifiedBy>
  <cp:revision>2</cp:revision>
  <dcterms:created xsi:type="dcterms:W3CDTF">2026-07-04T18:44:09Z</dcterms:created>
  <dcterms:modified xsi:type="dcterms:W3CDTF">2026-07-04T18:49:01Z</dcterms:modified>
</cp:coreProperties>
</file>